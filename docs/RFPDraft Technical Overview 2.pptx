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RFPDraft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RFP Response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  •  Process Flow  •  Sample Documents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Technical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RFPDraft?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spend 15–20 hours per RFP manually drafting answers, pulling from scattered docs, with inconsistent quality and missed deadlines.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RFPDraft uses AI to auto-generate accurate, compliant RFP responses in minutes by learning from your past wins, documents, and knowledge base.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The Outcome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9164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faster response time, higher win rates, consistent messaging, and a growing proprietary knowledge base with every submission.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914400"/>
            <a:ext cx="6949440" cy="640080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(Web App)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691640"/>
            <a:ext cx="6949440" cy="640080"/>
          </a:xfrm>
          <a:prstGeom prst="rect">
            <a:avLst/>
          </a:prstGeom>
          <a:solidFill>
            <a:srgbClr val="F0FDF4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91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(API / Business Logic)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33172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468880"/>
            <a:ext cx="6949440" cy="640080"/>
          </a:xfrm>
          <a:prstGeom prst="rect">
            <a:avLst/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68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(LLM + Prompt Orchestration)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10896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246120"/>
            <a:ext cx="6949440" cy="640080"/>
          </a:xfrm>
          <a:prstGeom prst="rect">
            <a:avLst/>
          </a:prstGeom>
          <a:solidFill>
            <a:srgbClr val="FDF2F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461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+ Vector Store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88620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File 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" y="1005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Response Process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6400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078992"/>
            <a:ext cx="384048" cy="38404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RFP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RFP document (PDF/Word/Excel)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17520" y="16916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3310128" y="107899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67328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Analyze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572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questions, sections, requirements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16916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9144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1440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6208" y="107899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93408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572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retrieves relevant past answers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743200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2907792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Generation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34015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tailored responses per section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17520" y="35204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7432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2743200"/>
            <a:ext cx="27432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3310128" y="2907792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331012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67328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37560" y="34015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edits, approves, and refines draft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43600" y="352044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7432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743200"/>
            <a:ext cx="2743200" cy="6400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0" name="Shape 38"/>
          <p:cNvSpPr/>
          <p:nvPr/>
        </p:nvSpPr>
        <p:spPr>
          <a:xfrm>
            <a:off x="6236208" y="2907792"/>
            <a:ext cx="384048" cy="384048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1" name="Text 39"/>
          <p:cNvSpPr/>
          <p:nvPr/>
        </p:nvSpPr>
        <p:spPr>
          <a:xfrm>
            <a:off x="623620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93408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Submit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63640" y="34015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export to Word/PDF for submission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— From Upload to Submission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78638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48716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via email / SSO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13816" y="1828800"/>
            <a:ext cx="0" cy="6583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240280" y="248716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14016" y="2834640"/>
            <a:ext cx="0" cy="6583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78308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RFP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813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or Excel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0" y="248716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371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 Ready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 processing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14216" y="1828800"/>
            <a:ext cx="0" cy="6583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40680" y="248716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14416" y="2834640"/>
            <a:ext cx="0" cy="6583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983480" y="3493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Edit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813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editor + comments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40880" y="248716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1371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 output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14616" y="1828800"/>
            <a:ext cx="0" cy="6583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Time-to-Draft: Under 5 minutes  vs  15–20 hours manually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64008" cy="11430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questions and structure from uploaded RFPs using NLP/OCR. Supports PDF, DOCX, XLSX.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64008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Manager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indexes approved answers, company profiles, certifications, and case studies.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240280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RFP questions to KB entries via vector similarity, then generates tailored responses via LLM.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40280"/>
            <a:ext cx="64008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Edit Interface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Rich-text editor allowing inline editing, version history, comments, and section-level approval workflows.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566160"/>
            <a:ext cx="64008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completed draft into the original RFP template or clean Word/PDF output.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66160"/>
            <a:ext cx="64008" cy="1143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RFP volumes, win rates, time saved, KB usage, and team productivity metrics.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Documents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sample documents are needed to build and test the system: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64008" cy="10972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99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SAMPLES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RFP (PDF) — IT services / SaaS procurement   •   Sample RFP (Excel) — with tabular Q&amp;A format   •   Sample RFP (Word) — government/enterprise style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85953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560320"/>
            <a:ext cx="64008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33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CONTENT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(1-pager)   •   Standard security &amp; compliance answers (SOC2, ISO)   •   Past RFP winning responses (3–5 examples)   •   Product feature sheets and case studies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9476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67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TEMPLATES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RFP response Word template   •   Executive summary template   •   Pricing / commercial section template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4114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44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682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/ Next.js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30552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157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43784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/ Quill Editor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557016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/ Clerk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154680" y="914400"/>
            <a:ext cx="2743200" cy="4114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1" name="Text 19"/>
          <p:cNvSpPr/>
          <p:nvPr/>
        </p:nvSpPr>
        <p:spPr>
          <a:xfrm>
            <a:off x="315468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1417320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444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9272" y="1682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 (FastAPI)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130552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157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Style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9272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Webhooks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2843784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9272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/ Celery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3557016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Parse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9272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Tika / pdf-parse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914400"/>
            <a:ext cx="274320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080760" y="914400"/>
            <a:ext cx="2743200" cy="4114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72200" y="1417320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1444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45352" y="1682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/ Claude API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2130552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157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45352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/ Weaviate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72200" y="2843784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45352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72200" y="3557016"/>
            <a:ext cx="25603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45352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— Phase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 SCOPE (MVP)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3931920" cy="3840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OUT OF SCOPE (v2+)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authentication (email + Google SSO)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RFP upload (PDF, Word, Excel)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question extraction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6609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AI-generated draft responses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090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base (upload &amp; search)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review &amp; edit interface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950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to Word / PDF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379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analytics (# RFPs, time saved)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Multi-user team collaboration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1801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integrations (Salesforce, HubSpot)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2231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branding / white-label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26609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scoring / grading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3090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3520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SSO enterprise (SAML/Okta)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3950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 control / approval workflows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4379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access for third parties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Sample RFP Documents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 RFPs across different formats (PDF, Word, Excel)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984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Knowledge Base Content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258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overview, 5 past winning RFP responses, compliance FAQs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7340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Tech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0083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LLM provider, vector DB, and hosting environment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4838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Document Parser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7581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question extraction accuracy across all 3 RFP formats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233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Prototype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507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test: upload RFP → generate draft → review output quality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RFPDraft — Build Sprint Ready to Begin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RFPDraft - Product Technical Overview</dc:title>
  <dc:subject>PptxGenJS Presentation</dc:subject>
  <dc:creator>PptxGenJS</dc:creator>
  <cp:lastModifiedBy>PptxGenJS</cp:lastModifiedBy>
  <cp:revision>1</cp:revision>
  <dcterms:created xsi:type="dcterms:W3CDTF">2026-02-26T03:27:48Z</dcterms:created>
  <dcterms:modified xsi:type="dcterms:W3CDTF">2026-02-26T03:27:48Z</dcterms:modified>
</cp:coreProperties>
</file>